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开场：大家好，我们的项目是“衣橱搭搭 ClosetMatch”。它面向大学生和年轻群体，帮助用户使用已有衣物，快速找到适合当天的穿搭。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本次汇报分为四个部分：产品创意与创新、市场需求与竞争分析、营销推广与实施计划，以及项目总结与下一步计划。报告与演示质量通过整套PPT的结构、证据和现场表达体现。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进入第01章：产品创意与创新。从真实穿搭痛点出发，展示产品方案、使用流程与差异化价值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很多大学生并不是没有衣服，而是不知道怎样组合已有衣物。选择服装耗时，部分衣物长期闲置；现有内容平台推荐的服装也不一定属于用户。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衣橱搭搭通过自动识别降低录入成本，再结合天气和场合提供多套搭配。核心价值是减少选择时间，并提高已有衣物的使用率。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用户拍摄衣物后，系统自动生成标签。确认标签后，用户选择天气和场合，系统一次生成多套方案；用户还能替换单件衣物或重新推荐。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创新点不只是提供搭配建议。产品通过自动识别降低建库成本，只使用用户已有衣物，并提供多套可比较方案，同时结合历史记录减少重复。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进入第02章：市场需求与竞争分析。明确目标用户与使用场景，对比现有方式，并以真实任务验证需求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核心用户是18至28岁的大学生和年轻职场人。项目先在校园开展测试，因为目标用户需求明确，也便于招募真实体验者。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衣橱搭搭不以销售服装或社区内容为核心。它帮助用户管理已有衣物，并解决今天具体穿什么的问题。正式汇报前，应核实真实竞品功能。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进入第03章：营销推广与实施计划。回答在哪里推广、推广什么、怎样验证效果，形成可执行的推广闭环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渠道选择包括小红书、抖音、B站和校园社群。这些渠道符合年轻用户的使用习惯；线上平台扩大认知，校园渠道负责招募真实体验者。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小红书突出穿搭效果，抖音用短视频快速展示操作流程，B站介绍完整功能和开发测试。所有内容围绕自动识别和多套穿搭推荐展开。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至少10位同学完成衣物录入、标签修改、多套推荐和删除任务。计划可行，因为目标用户容易接触，内容容易制作，前期也不需要大规模广告投入。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总结：衣橱搭搭解决日常穿搭决策问题，以自动识别和多套推荐形成差异。下一步完成MVP，并通过至少10名同学的真实体验继续优化。谢谢大家，欢迎提问。</a:t>
            </a:r>
          </a:p>
          <a:p>
            <a:endParaRPr/>
          </a:p>
          <a:p>
            <a:r>
              <a:t>内容来源：用户提供的《衣橱搭搭 ClosetMatch》商业计划书与汇报评分标准。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91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>
            <a:spLocks noGrp="1"/>
          </p:cNvSpPr>
          <p:nvPr/>
        </p:nvSpPr>
        <p:spPr>
          <a:xfrm>
            <a:off x="6076950" y="266700"/>
            <a:ext cx="5848350" cy="63246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24058" r="24058"/>
          <a:stretch>
            <a:fillRect/>
          </a:stretch>
        </p:blipFill>
        <p:spPr>
          <a:xfrm>
            <a:off x="6191250" y="381000"/>
            <a:ext cx="5619750" cy="6096000"/>
          </a:xfrm>
          <a:prstGeom prst="roundRect">
            <a:avLst>
              <a:gd name="adj" fmla="val 4068"/>
            </a:avLst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" y="895350"/>
            <a:ext cx="781050" cy="762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28750"/>
            <a:ext cx="4476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GB" altLang="zh-CN" sz="5400" dirty="0">
                <a:solidFill>
                  <a:srgbClr val="DCE7EF"/>
                </a:solidFill>
              </a:rPr>
              <a:t>ClosetMatch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8175" y="2276475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325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325" b="1" dirty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</a:t>
            </a:r>
            <a:endParaRPr lang="en-GB" sz="2325" b="1" dirty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38175" y="3076575"/>
            <a:ext cx="3905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你的衣服，不止一种搭法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3752850"/>
            <a:ext cx="381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智能衣柜管理与多套穿搭推荐应用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" y="4705350"/>
            <a:ext cx="3143250" cy="9525"/>
          </a:xfrm>
          <a:prstGeom prst="line">
            <a:avLst/>
          </a:prstGeom>
          <a:noFill/>
          <a:ln w="9525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4953000"/>
            <a:ext cx="3429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 err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</a:t>
            </a:r>
            <a:r>
              <a:rPr sz="1350" b="0" dirty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350" b="0" dirty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胡晶晶 罗汇琳</a:t>
            </a:r>
            <a:endParaRPr sz="1350" b="0" dirty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汇报日期：2026年10月</a:t>
            </a:r>
            <a:r>
              <a:rPr lang="en-US" sz="1350" b="0" dirty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lang="zh-CN" altLang="en-US" sz="1350" b="0" dirty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1350" b="0" dirty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1722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OVERVIEW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dirty="0" err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150" b="1" dirty="0">
              <a:solidFill>
                <a:srgbClr val="2F3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952625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09600" y="2895600"/>
            <a:ext cx="2266950" cy="19050"/>
          </a:xfrm>
          <a:prstGeom prst="line">
            <a:avLst/>
          </a:prstGeom>
          <a:noFill/>
          <a:ln w="19050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181350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产品创意与创新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0957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用户痛点、产品方案、使用流程与差异化创新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09950" y="1952625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09950" y="2895600"/>
            <a:ext cx="2266950" cy="19050"/>
          </a:xfrm>
          <a:prstGeom prst="line">
            <a:avLst/>
          </a:prstGeom>
          <a:noFill/>
          <a:ln w="19050">
            <a:solidFill>
              <a:srgbClr val="5D7F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09950" y="3181350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市场需求与竞争分析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09950" y="40957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目标用户、竞争定位、用户测试与反馈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10300" y="1952625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210300" y="2895600"/>
            <a:ext cx="2266950" cy="19050"/>
          </a:xfrm>
          <a:prstGeom prst="line">
            <a:avLst/>
          </a:prstGeom>
          <a:noFill/>
          <a:ln w="19050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10300" y="3181350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营销推广与实施计划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10300" y="40957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推广渠道、传播内容、效果验证与可行性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10650" y="1952625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9010650" y="2895600"/>
            <a:ext cx="2266950" cy="19050"/>
          </a:xfrm>
          <a:prstGeom prst="line">
            <a:avLst/>
          </a:prstGeom>
          <a:noFill/>
          <a:ln w="19050">
            <a:solidFill>
              <a:srgbClr val="5D7F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10650" y="3181350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项目总结与下一步计划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10650" y="40957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核心价值、产品差异、验证路径与后续工作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09600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25" b="1" dirty="0">
              <a:solidFill>
                <a:srgbClr val="5D7F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91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723900" y="6286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104900"/>
            <a:ext cx="838200" cy="5715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48590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486150" y="1695450"/>
            <a:ext cx="9525" cy="2762250"/>
          </a:xfrm>
          <a:prstGeom prst="line">
            <a:avLst/>
          </a:prstGeom>
          <a:noFill/>
          <a:ln w="9525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0" y="1924050"/>
            <a:ext cx="685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产品创意与创新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114800" y="3333750"/>
            <a:ext cx="647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从真实穿搭痛点出发，展示产品方案、使用流程与差异化价值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61531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CLOSETMATCH · GROUP PRESENTATION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0" y="6153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产品创意与创新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年轻人的日常穿搭难题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衣服不少，真正被使用的组合却很有限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669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核心痛点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400300"/>
            <a:ext cx="35242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衣服不少，</a:t>
            </a:r>
          </a:p>
          <a:p>
            <a: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但每天仍然</a:t>
            </a:r>
          </a:p>
          <a:p>
            <a:pPr algn="l">
              <a:def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不知道怎么搭配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45529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用户需要基于已有衣物的</a:t>
            </a:r>
          </a:p>
          <a:p>
            <a:pPr algn="l">
              <a:def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搭配决策支持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572000" y="1847850"/>
            <a:ext cx="9525" cy="3676650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48250" y="19240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19750" y="1924050"/>
            <a:ext cx="2609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每天出门前不知道穿什么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048250" y="2762250"/>
            <a:ext cx="28956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0" y="19240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53500" y="1924050"/>
            <a:ext cx="2609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经常重复最熟悉的几套组合</a:t>
            </a: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8382000" y="2762250"/>
            <a:ext cx="28956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48250" y="31242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19750" y="3124200"/>
            <a:ext cx="2609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部分衣物长期闲置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048250" y="3962400"/>
            <a:ext cx="28956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0" y="31242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53500" y="3124200"/>
            <a:ext cx="2609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网上推荐的衣服自己不一定拥有</a:t>
            </a: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8382000" y="3962400"/>
            <a:ext cx="28956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48250" y="43243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19750" y="4324350"/>
            <a:ext cx="2609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手动录入颜色、类别和风格较麻烦</a:t>
            </a: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048250" y="5162550"/>
            <a:ext cx="28956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0" y="43243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53500" y="4324350"/>
            <a:ext cx="2609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单一推荐难以满足不同偏好</a:t>
            </a: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8382000" y="5162550"/>
            <a:ext cx="28956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428750" y="59055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核心矛盾：拥有衣服，但缺少高效的搭配决策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产品创意与创新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基于真实衣柜的智能穿搭助手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产品围绕用户已经拥有的衣物完成推荐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742950" y="1924050"/>
            <a:ext cx="5353050" cy="1066800"/>
          </a:xfrm>
          <a:prstGeom prst="roundRect">
            <a:avLst>
              <a:gd name="adj" fmla="val 14634"/>
            </a:avLst>
          </a:prstGeom>
          <a:solidFill>
            <a:srgbClr val="E5EDF4"/>
          </a:solidFill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057400"/>
            <a:ext cx="4933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5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自动识别用户已有衣物，并根据天气和场合提供多套穿搭方案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257550"/>
            <a:ext cx="628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19250" y="325755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降低录入难度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19250" y="3648075"/>
            <a:ext cx="433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拍照后自动生成类别、颜色和风格标签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4162425"/>
            <a:ext cx="628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19250" y="416242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缩短选择时间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19250" y="4552950"/>
            <a:ext cx="433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天气和场合帮助系统快速筛选合适衣物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5067300"/>
            <a:ext cx="628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19250" y="50673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提高衣物利用率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5457825"/>
            <a:ext cx="4333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优先发现已有衣物的新组合，减少闲置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59436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产品定位：个人衣柜管理与日常穿搭决策工具</a:t>
            </a:r>
          </a:p>
        </p:txBody>
      </p:sp>
      <p:pic>
        <p:nvPicPr>
          <p:cNvPr id="30" name="用户图片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96050" y="2076450"/>
            <a:ext cx="2343150" cy="3514725"/>
          </a:xfrm>
          <a:prstGeom prst="rect">
            <a:avLst/>
          </a:prstGeom>
        </p:spPr>
      </p:pic>
      <p:pic>
        <p:nvPicPr>
          <p:cNvPr id="31" name="用户图片2"/>
          <p:cNvPicPr>
            <a:picLocks noChangeAspect="1"/>
          </p:cNvPicPr>
          <p:nvPr/>
        </p:nvPicPr>
        <p:blipFill>
          <a:blip r:embed="rId4"/>
          <a:srcRect l="12000" r="42000"/>
          <a:stretch>
            <a:fillRect/>
          </a:stretch>
        </p:blipFill>
        <p:spPr>
          <a:xfrm>
            <a:off x="8991600" y="2076450"/>
            <a:ext cx="241935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产品创意与创新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从衣物录入到穿搭选择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完整流程覆盖录入、推荐、调整和反馈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23900" y="217170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18122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76350" y="2152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注册并登录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914650" y="217170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914650" y="218122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67100" y="2152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拍摄或上传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5105400" y="217170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05400" y="218122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657850" y="2152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自动识别标签</a:t>
            </a: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7296150" y="217170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96150" y="218122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48600" y="2152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检查并修改</a:t>
            </a: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9486900" y="217170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486900" y="218122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39350" y="2152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保存到衣柜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295400" y="401955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95400" y="402907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47850" y="4000500"/>
            <a:ext cx="1685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选择天气场合</a:t>
            </a: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3914775" y="401955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914775" y="402907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67225" y="4000500"/>
            <a:ext cx="1685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生成3至5套</a:t>
            </a: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534150" y="401955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34150" y="402907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86600" y="4000500"/>
            <a:ext cx="1685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替换或重选</a:t>
            </a: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153525" y="4019550"/>
            <a:ext cx="438150" cy="438150"/>
          </a:xfrm>
          <a:prstGeom prst="ellipse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53525" y="402907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705975" y="4000500"/>
            <a:ext cx="1685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保存历史反馈</a:t>
            </a: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990600" y="3143250"/>
            <a:ext cx="10096500" cy="19050"/>
          </a:xfrm>
          <a:prstGeom prst="line">
            <a:avLst/>
          </a:prstGeom>
          <a:noFill/>
          <a:ln w="19050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562100" y="4991100"/>
            <a:ext cx="8191500" cy="19050"/>
          </a:xfrm>
          <a:prstGeom prst="line">
            <a:avLst/>
          </a:prstGeom>
          <a:noFill/>
          <a:ln w="19050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905000" y="5734050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用户始终可以修改识别结果，并决定最终采用哪一套穿搭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产品创意与创新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衣橱搭搭的四项创新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创新集中在录入方式、推荐来源、选择空间和使用历史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838200" y="1952625"/>
          <a:ext cx="10515600" cy="321945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常见方式</a:t>
                      </a:r>
                    </a:p>
                  </a:txBody>
                  <a:tcPr marL="95250" marR="9525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衣橱搭搭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手动填写衣物信息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自动识别衣物标签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推荐需要购买的服装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只使用用户已有衣物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每次只提供一种结果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一次提供3至5套方案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容易重复推荐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结合穿搭历史减少重复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: 圆角 7"/>
          <p:cNvSpPr>
            <a:spLocks noGrp="1"/>
          </p:cNvSpPr>
          <p:nvPr/>
        </p:nvSpPr>
        <p:spPr>
          <a:xfrm>
            <a:off x="1476375" y="56007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自动识别</a:t>
            </a: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3857625" y="56007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DCE7EF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真实衣柜</a:t>
            </a: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6238875" y="56007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多套选择</a:t>
            </a: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8620125" y="56007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DCE7EF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历史反馈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91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723900" y="6286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104900"/>
            <a:ext cx="838200" cy="5715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48590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486150" y="1695450"/>
            <a:ext cx="9525" cy="2762250"/>
          </a:xfrm>
          <a:prstGeom prst="line">
            <a:avLst/>
          </a:prstGeom>
          <a:noFill/>
          <a:ln w="9525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0" y="1924050"/>
            <a:ext cx="685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市场需求与竞争分析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114800" y="3333750"/>
            <a:ext cx="647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明确目标用户与使用场景，对比现有方式，并以真实任务验证需求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61531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CLOSETMATCH · GROUP PRESENTATION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0" y="6153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市场需求与竞争分析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目标用户与使用场景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从大学生开始验证，再扩展到初入职场的年轻人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5737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核心用户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343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15900" indent="-101600">
              <a:spcAft>
                <a:spcPts val="900"/>
              </a:spcAft>
              <a:buChar char="•"/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大学生与刚参加工作的年轻人</a:t>
            </a:r>
          </a:p>
          <a:p>
            <a:pPr marL="215900" indent="-101600">
              <a:spcAft>
                <a:spcPts val="900"/>
              </a:spcAft>
              <a:buChar char="•"/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拥有一定数量的日常服装</a:t>
            </a:r>
          </a:p>
          <a:p>
            <a:pPr marL="215900" indent="-101600">
              <a:spcAft>
                <a:spcPts val="900"/>
              </a:spcAft>
              <a:buChar char="•"/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缺少搭配经验或不愿花太多时间选衣服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449580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18至28岁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53149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从大学生开始验证</a:t>
            </a: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962650" y="1847850"/>
            <a:ext cx="9525" cy="3886200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1857375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典型用户：小林，20岁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238125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衣服不少，却经常选择最熟悉的几套。她希望尝试不同风格，又不想继续购买新衣。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36195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核心需求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407670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15900" indent="-101600">
              <a:spcAft>
                <a:spcPts val="900"/>
              </a:spcAft>
              <a:buChar char="•"/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快速决定今天穿什么</a:t>
            </a:r>
          </a:p>
          <a:p>
            <a:pPr marL="215900" indent="-101600">
              <a:spcAft>
                <a:spcPts val="900"/>
              </a:spcAft>
              <a:buChar char="•"/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用已有衣物尝试不同风格</a:t>
            </a:r>
          </a:p>
          <a:p>
            <a:pPr marL="215900" indent="-101600">
              <a:spcAft>
                <a:spcPts val="900"/>
              </a:spcAft>
              <a:buChar char="•"/>
              <a:def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减少重复搭配和长期闲置</a:t>
            </a: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2609850" y="60007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上课</a:t>
            </a: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3790950" y="60007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DCE7EF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通勤</a:t>
            </a:r>
          </a:p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4972050" y="60007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聚会</a:t>
            </a: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6153150" y="60007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DCE7EF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约会</a:t>
            </a: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7334250" y="60007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</a:t>
            </a: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8515350" y="60007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DCE7EF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市场需求与竞争分析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现有解决方式的不足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衣橱搭搭聚焦已有衣物的管理与每日穿搭决策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905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现有方式</a:t>
                      </a:r>
                    </a:p>
                  </a:txBody>
                  <a:tcPr marL="95250" marR="9525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主要作用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存在的不足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短视频与穿搭博主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提供穿搭灵感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推荐服装不一定已经拥有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时尚社区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分享穿搭内容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用户需要自行转化为实际搭配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电商平台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推荐和销售服装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主要目标是促进购买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虚拟衣柜应用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管理个人衣物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部分应用需要大量手动录入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: 圆角 7"/>
          <p:cNvSpPr>
            <a:spLocks noGrp="1"/>
          </p:cNvSpPr>
          <p:nvPr/>
        </p:nvSpPr>
        <p:spPr>
          <a:xfrm>
            <a:off x="1714500" y="5638800"/>
            <a:ext cx="8763000" cy="590550"/>
          </a:xfrm>
          <a:prstGeom prst="roundRect">
            <a:avLst>
              <a:gd name="adj" fmla="val 25806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00250" y="5743575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衣橱搭搭定位：个人衣柜管理与日常穿搭决策工具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91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723900" y="6286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104900"/>
            <a:ext cx="838200" cy="5715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48590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75" b="1">
                <a:solidFill>
                  <a:srgbClr val="86A6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486150" y="1695450"/>
            <a:ext cx="9525" cy="2762250"/>
          </a:xfrm>
          <a:prstGeom prst="line">
            <a:avLst/>
          </a:prstGeom>
          <a:noFill/>
          <a:ln w="9525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0" y="1924050"/>
            <a:ext cx="685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营销推广与实施计划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114800" y="3333750"/>
            <a:ext cx="647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回答在哪里推广、推广什么、怎样验证效果，形成可执行的推广闭环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61531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CLOSETMATCH · GROUP PRESENTATION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0" y="6153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4D4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衣橱搭搭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营销推广与实施计划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推广渠道：在哪里推广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线上平台展示产品，校园渠道获得真实用户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847850"/>
          <a:ext cx="10972800" cy="32385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推广渠道</a:t>
                      </a:r>
                    </a:p>
                  </a:txBody>
                  <a:tcPr marL="95250" marR="9525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渠道作用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>
                      <a:solidFill>
                        <a:srgbClr val="CFDAE3"/>
                      </a:solidFill>
                      <a:prstDash val="soli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638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小红书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关注穿搭和生活方式的年轻用户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展示穿搭效果与产品价值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抖音及短视频平台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喜欢快速、直观内容的用户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展示应用核心操作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B站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愿意了解完整产品过程的用户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发布完整演示和开发内容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校园推广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CFDAE3"/>
                      </a:solidFill>
                      <a:prstDash val="soli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大学生和年轻体验者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40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招募首批真实用户</a:t>
                      </a:r>
                    </a:p>
                  </a:txBody>
                  <a:tcPr marL="114300" marR="114300" marT="66675" marB="66675" anchor="ctr">
                    <a:lnL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AE3"/>
                      </a:solidFill>
                      <a:prstDash val="solid"/>
                    </a:lnR>
                    <a:lnT w="9525" cap="flat" cmpd="sng" algn="ctr">
                      <a:solidFill>
                        <a:srgbClr val="CF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直接连接符 7"/>
          <p:cNvSpPr>
            <a:spLocks noGrp="1"/>
          </p:cNvSpPr>
          <p:nvPr/>
        </p:nvSpPr>
        <p:spPr>
          <a:xfrm>
            <a:off x="609600" y="5391150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5562600"/>
            <a:ext cx="1036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线上内容负责扩大认知，校园推广负责验证需求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6019800"/>
            <a:ext cx="1036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先接触真实目标用户并收集反馈，再逐步扩大传播范围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营销推广与实施计划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推广内容：推广什么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不同平台采用不同长度和深度的内容形式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4095750" y="1847850"/>
            <a:ext cx="9525" cy="3638550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7953375" y="1847850"/>
            <a:ext cx="9525" cy="3638550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943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3812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展示穿搭效果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857500"/>
            <a:ext cx="2952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同一件衣服的不同搭法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一周穿搭不重复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如何提高衣柜利用率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19431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抖音及短视频平台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23812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15至60秒展示操作流程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33900" y="2857500"/>
            <a:ext cx="2952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拍摄衣物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自动生成标签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选择天气和场合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获得多套搭配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19431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2381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展示开发与测试过程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2857500"/>
            <a:ext cx="2857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完整应用演示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开发过程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衣物识别测试</a:t>
            </a:r>
          </a:p>
          <a:p>
            <a:pPr marL="215900" indent="-101600">
              <a:spcAft>
                <a:spcPts val="1000"/>
              </a:spcAft>
              <a:buChar char="•"/>
              <a:def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推荐方法介绍</a:t>
            </a: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" y="5638800"/>
            <a:ext cx="108204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58864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共同重点：自动识别 + 多套推荐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6A6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营销推广与实施计划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19125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效果验证与计划可行性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525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D7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通过真实使用情况验证效果，而不仅是统计浏览量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38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D7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09600" y="1495425"/>
            <a:ext cx="10972800" cy="9525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8595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怎样验证效果</a:t>
            </a: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685800" y="24003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招募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47900" y="2381250"/>
            <a:ext cx="3314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班级群、宿舍群和学生社团</a:t>
            </a:r>
          </a:p>
          <a:p>
            <a: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邀请至少10位同学安装并实际使用</a:t>
            </a: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685800" y="32956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完成任务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47900" y="3276600"/>
            <a:ext cx="331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录入衣物、修改标签、查看多套推荐</a:t>
            </a:r>
          </a:p>
          <a:p>
            <a: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选择穿搭、删除测试衣物、提交建议</a:t>
            </a: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685800" y="42291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E5EDF4"/>
          </a:solidFill>
          <a:ln w="0">
            <a:noFill/>
            <a:prstDash val="solid"/>
          </a:ln>
        </p:spPr>
        <p:txBody>
          <a:bodyPr lIns="76200" tIns="47625" rIns="76200" bIns="47625" anchor="ctr"/>
          <a:lstStyle>
            <a:def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38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记录结果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47900" y="4210050"/>
            <a:ext cx="331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任务完成情况、标签准确性、推荐合理性</a:t>
            </a:r>
          </a:p>
          <a:p>
            <a:pPr algn="l">
              <a:def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采用意愿以及用户提出的问题</a:t>
            </a: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943600" y="1847850"/>
            <a:ext cx="9525" cy="4000500"/>
          </a:xfrm>
          <a:prstGeom prst="line">
            <a:avLst/>
          </a:prstGeom>
          <a:noFill/>
          <a:ln w="9525">
            <a:solidFill>
              <a:srgbClr val="CFDA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18859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营销计划为什么可行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438400"/>
            <a:ext cx="4762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15900" indent="-101600">
              <a:spcAft>
                <a:spcPts val="1000"/>
              </a:spcAft>
              <a:buChar char="•"/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目标用户主要是学生，校园内容易找到真实体验者</a:t>
            </a:r>
          </a:p>
          <a:p>
            <a:pPr marL="215900" indent="-101600">
              <a:spcAft>
                <a:spcPts val="1000"/>
              </a:spcAft>
              <a:buChar char="•"/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小红书和短视频适合直观展示穿搭效果</a:t>
            </a:r>
          </a:p>
          <a:p>
            <a:pPr marL="215900" indent="-101600">
              <a:spcAft>
                <a:spcPts val="1000"/>
              </a:spcAft>
              <a:buChar char="•"/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产品操作流程较短，传播内容容易制作</a:t>
            </a:r>
          </a:p>
          <a:p>
            <a:pPr marL="215900" indent="-101600">
              <a:spcAft>
                <a:spcPts val="1000"/>
              </a:spcAft>
              <a:buChar char="•"/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初期不需要大规模广告投入</a:t>
            </a:r>
          </a:p>
          <a:p>
            <a:pPr marL="215900" indent="-101600">
              <a:spcAft>
                <a:spcPts val="1000"/>
              </a:spcAft>
              <a:buChar char="•"/>
              <a:def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40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先通过校园测试验证需求，再逐步扩大推广</a:t>
            </a: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6572250" y="5572125"/>
            <a:ext cx="4362450" cy="628650"/>
          </a:xfrm>
          <a:prstGeom prst="roundRect">
            <a:avLst>
              <a:gd name="adj" fmla="val 24242"/>
            </a:avLst>
          </a:prstGeom>
          <a:solidFill>
            <a:srgbClr val="6386A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19900" y="5705475"/>
            <a:ext cx="3867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真实体验者 + 可重复任务 + 具体反馈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91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>
            <a:spLocks noGrp="1"/>
          </p:cNvSpPr>
          <p:nvPr/>
        </p:nvSpPr>
        <p:spPr>
          <a:xfrm>
            <a:off x="6096000" y="266700"/>
            <a:ext cx="5829300" cy="63246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8000"/>
          <a:stretch>
            <a:fillRect/>
          </a:stretch>
        </p:blipFill>
        <p:spPr>
          <a:xfrm>
            <a:off x="6210300" y="381000"/>
            <a:ext cx="5600700" cy="6096000"/>
          </a:xfrm>
          <a:prstGeom prst="roundRect">
            <a:avLst>
              <a:gd name="adj" fmla="val 4082"/>
            </a:avLst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22479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22193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解决真实问题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2619375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减少选择时间，提高已有衣物利用率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32766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32480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形成产品差异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36480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自动识别真实衣物，一次提供多套方案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43053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42767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具备验证路径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4676775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E5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校园测试与用户反馈推动持续优化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04850" y="5381625"/>
            <a:ext cx="4343400" cy="9525"/>
          </a:xfrm>
          <a:prstGeom prst="line">
            <a:avLst/>
          </a:prstGeom>
          <a:noFill/>
          <a:ln w="9525">
            <a:solidFill>
              <a:srgbClr val="86A6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58250" y="61722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3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737</Words>
  <Application>Microsoft Office PowerPoint</Application>
  <PresentationFormat>宽屏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微软雅黑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jj h</cp:lastModifiedBy>
  <cp:revision>5</cp:revision>
  <dcterms:created xsi:type="dcterms:W3CDTF">2026-10-19T10:01:00Z</dcterms:created>
  <dcterms:modified xsi:type="dcterms:W3CDTF">2026-10-21T11:38:11Z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B7A64C8E62E34D1581C4DF5FC8D904EF_13</vt:lpwstr>
  </property>
  <property fmtid="{D5CDD505-2E9C-101B-9397-08002B2CF9AE}" pid="3" name="KSOProductBuildVer">
    <vt:lpwstr>2052-12.1.0.28505</vt:lpwstr>
  </property>
</Properties>
</file>